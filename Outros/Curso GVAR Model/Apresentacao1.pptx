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0" r:id="rId5"/>
    <p:sldId id="262" r:id="rId6"/>
    <p:sldId id="258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45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26F265-F264-487C-8DC2-30CA3AAE1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9329686-BC25-4F56-A010-50E18A5F1A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07F94E0-19D7-4921-A1AC-E92A4C7CB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F9DA7-AB71-459B-9728-2D8F48C72F15}" type="datetimeFigureOut">
              <a:rPr lang="en-US" smtClean="0"/>
              <a:t>2017-09-06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3B3D3D-B87D-4CB9-B879-163FEE890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DBEF2C-360A-424E-8513-639C32FD1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28437-9D28-467E-A019-EDAFA2B480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533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B09EF7-4838-4FCB-BE39-8EA49FD33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A5E26C-8510-4AC0-9A16-A701ABFA0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1B3AEDA-F6D0-45F8-8E6C-B2AA4CAF4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F9DA7-AB71-459B-9728-2D8F48C72F15}" type="datetimeFigureOut">
              <a:rPr lang="en-US" smtClean="0"/>
              <a:t>2017-09-06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CE49743-FDDA-4C0F-AA00-68E38117F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489F7D3-B80A-4B4F-B583-1F299CCD3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28437-9D28-467E-A019-EDAFA2B480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995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2616E1-112D-405E-9AA5-8773F7698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AA71DF9-6D00-4207-A833-ADAB927D8A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327BD93-EAFB-43E5-94A9-6D12E5866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F9DA7-AB71-459B-9728-2D8F48C72F15}" type="datetimeFigureOut">
              <a:rPr lang="en-US" smtClean="0"/>
              <a:t>2017-09-06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9219667-3F08-4B79-863C-88912B3FC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FC3FBD4-AA58-4729-BEBF-A1EEA28EC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28437-9D28-467E-A019-EDAFA2B480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848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F09669-7C10-4AD2-A11C-F2870EE54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8A60B8-D30D-4FF1-B29C-412A7FDEA4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8D88CD3-6115-497D-8CDC-E6ED011211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6BA15EB-B246-4B80-A4AB-F7FDB4830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F9DA7-AB71-459B-9728-2D8F48C72F15}" type="datetimeFigureOut">
              <a:rPr lang="en-US" smtClean="0"/>
              <a:t>2017-09-06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96A01B-28D9-4614-908F-7251261AD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11A88E7-9411-4330-AFDC-35E00E699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28437-9D28-467E-A019-EDAFA2B480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438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DF8F35-8AD8-4101-8EB9-A509B58DE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035D846-FF34-48A5-B5C0-5F9D0951E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51B57CB-22D1-465F-8104-20EC96D851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87724-7264-45B3-AE8F-C1217A7156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F9FA6DB-6CE2-4A2B-A19D-5E075AE9F3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C38953-F235-4133-A146-7A25299D7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F9DA7-AB71-459B-9728-2D8F48C72F15}" type="datetimeFigureOut">
              <a:rPr lang="en-US" smtClean="0"/>
              <a:t>2017-09-06</a:t>
            </a:fld>
            <a:endParaRPr lang="en-US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8647986-5980-4EB1-BB37-79C4408DD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1153250-77D8-4A33-A898-5EFDF7FEB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28437-9D28-467E-A019-EDAFA2B480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65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D26382-DD6E-4E96-9DFF-4727846CC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9D39CC9-8C06-4CA0-94CF-C04E3475A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F9DA7-AB71-459B-9728-2D8F48C72F15}" type="datetimeFigureOut">
              <a:rPr lang="en-US" smtClean="0"/>
              <a:t>2017-09-06</a:t>
            </a:fld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E926E20-FCF1-40F3-AB6A-04C3AF830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B6A311A-C47B-41DC-8C98-D8EC7EA41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28437-9D28-467E-A019-EDAFA2B480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46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DDE46F6-C2A4-4906-8E44-37A5E5B02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F9DA7-AB71-459B-9728-2D8F48C72F15}" type="datetimeFigureOut">
              <a:rPr lang="en-US" smtClean="0"/>
              <a:t>2017-09-06</a:t>
            </a:fld>
            <a:endParaRPr lang="en-US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B524B13-4790-482E-802E-6778C56CC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F5A6523-7EC0-4C22-9353-A396C9056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28437-9D28-467E-A019-EDAFA2B480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892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4540B4-363D-4592-A19A-EAA8D7840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9E809E-28A9-4C90-99A9-5FB9A8723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DD376AF-DD0C-40D6-A37B-03B1BE1A1A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067C239-CD14-4026-9DB9-8A07A12F4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F9DA7-AB71-459B-9728-2D8F48C72F15}" type="datetimeFigureOut">
              <a:rPr lang="en-US" smtClean="0"/>
              <a:t>2017-09-06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C37901D-03FE-4AB5-B4F0-3F3995242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289CC58-CB7B-4AC7-B44E-C460A33B0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28437-9D28-467E-A019-EDAFA2B480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497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51F35D-A79B-496C-9B52-5A38FCAC1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E683996-881E-4BBB-8A10-AC41319120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30B376B-B5D3-46EF-9AE4-E660B2C3B3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68CEB10-054A-4849-BD83-8876460AA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F9DA7-AB71-459B-9728-2D8F48C72F15}" type="datetimeFigureOut">
              <a:rPr lang="en-US" smtClean="0"/>
              <a:t>2017-09-06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4593205-2D4D-4343-9BF4-AD3788303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6C8CCDC-6AE4-47F9-B495-A90C2B4E2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28437-9D28-467E-A019-EDAFA2B480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984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6CAFE3-A35D-4EB5-9ADD-B4590DDC5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7E8DFB2-C8F3-49A6-9258-AB26549B85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5DF76D-4A63-4603-A99E-AF43FD398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F9DA7-AB71-459B-9728-2D8F48C72F15}" type="datetimeFigureOut">
              <a:rPr lang="en-US" smtClean="0"/>
              <a:t>2017-09-06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1AEA66-D7BE-426E-A3AC-B800F0FDF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CC132BB-BD9B-4238-93B6-A21479A5C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28437-9D28-467E-A019-EDAFA2B480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485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961F28A-2682-49E2-BB28-C4D68B7756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7DE5939-2CD6-481D-9B4D-FEB031F039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910755D-C952-4908-B07E-4D62AC905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F9DA7-AB71-459B-9728-2D8F48C72F15}" type="datetimeFigureOut">
              <a:rPr lang="en-US" smtClean="0"/>
              <a:t>2017-09-06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DA483D-BD42-4BAC-85D0-F00044DFA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E2F3E8-9B9F-4791-904D-1313D81EA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28437-9D28-467E-A019-EDAFA2B480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100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070519F-9CF5-4EEE-B791-43913CE02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E4A9BBA-951D-4D41-965B-BE991B4F1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A1C4A53-3E81-4F19-B4F2-A24785F66B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5F9DA7-AB71-459B-9728-2D8F48C72F15}" type="datetimeFigureOut">
              <a:rPr lang="en-US" smtClean="0"/>
              <a:t>2017-09-06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BFF438F-EFF7-4E67-91DB-0B4D85E2D2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B06173-3E0B-4A7C-BDB9-C6477815CA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F28437-9D28-467E-A019-EDAFA2B4806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723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qgistutorials.com/" TargetMode="External"/><Relationship Id="rId2" Type="http://schemas.openxmlformats.org/officeDocument/2006/relationships/hyperlink" Target="http://www.qgis.org/en/site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3C1E3C-FD23-461D-823A-F3DE2BD373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4841079-D834-4DC8-83A3-DAEA7CBE27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694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1735FD-B6BA-4B8A-9E86-667942D60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Roadmap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3CB192-A523-49E3-A5DA-5190B3627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Mapas 3D Excel</a:t>
            </a:r>
          </a:p>
          <a:p>
            <a:pPr lvl="1"/>
            <a:r>
              <a:rPr lang="pt-BR" dirty="0"/>
              <a:t>Versão do Office</a:t>
            </a:r>
          </a:p>
          <a:p>
            <a:pPr lvl="1"/>
            <a:r>
              <a:rPr lang="pt-BR" dirty="0"/>
              <a:t>Como organizar os dados</a:t>
            </a:r>
          </a:p>
          <a:p>
            <a:pPr lvl="1"/>
            <a:r>
              <a:rPr lang="pt-BR" dirty="0"/>
              <a:t>Regiões</a:t>
            </a:r>
          </a:p>
          <a:p>
            <a:pPr lvl="1"/>
            <a:r>
              <a:rPr lang="pt-BR" dirty="0"/>
              <a:t>Funcionamento </a:t>
            </a:r>
            <a:r>
              <a:rPr lang="pt-BR" dirty="0" err="1"/>
              <a:t>basico</a:t>
            </a:r>
            <a:endParaRPr lang="pt-BR" dirty="0"/>
          </a:p>
          <a:p>
            <a:r>
              <a:rPr lang="pt-BR" dirty="0" err="1"/>
              <a:t>Shapefiles</a:t>
            </a:r>
            <a:endParaRPr lang="pt-BR" dirty="0"/>
          </a:p>
          <a:p>
            <a:pPr lvl="1"/>
            <a:r>
              <a:rPr lang="pt-BR" dirty="0"/>
              <a:t>Aonde buscar</a:t>
            </a:r>
          </a:p>
          <a:p>
            <a:pPr lvl="1"/>
            <a:r>
              <a:rPr lang="pt-BR" dirty="0"/>
              <a:t>Quais informações estão contidas no arquivo</a:t>
            </a:r>
          </a:p>
          <a:p>
            <a:pPr lvl="1"/>
            <a:r>
              <a:rPr lang="pt-BR" dirty="0"/>
              <a:t>Alteração e Edição do arquivo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97624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1BAB08-BE4A-40A8-B13A-83F4AD307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Excel – Mapas 3D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3063DD-74BE-49E2-B124-B0641FC62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Excel versão: 2016</a:t>
            </a:r>
            <a:endParaRPr lang="en-US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ACDC366-0599-4B5B-8DC8-E74159CBB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761" y="2228511"/>
            <a:ext cx="3133725" cy="161925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5750EDFD-FD7B-4273-AAE8-9E74BC131F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250647"/>
            <a:ext cx="10114286" cy="18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309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D968CD4A-88D3-4E72-BB6B-2EE8FD73A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6667E3-1800-4479-B851-4A921A58F3F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pt-BR" dirty="0"/>
              <a:t>Dados </a:t>
            </a:r>
          </a:p>
          <a:p>
            <a:pPr lvl="1"/>
            <a:r>
              <a:rPr lang="pt-BR" dirty="0"/>
              <a:t>devem estar organizados em forma de Painel.</a:t>
            </a:r>
          </a:p>
          <a:p>
            <a:pPr lvl="1"/>
            <a:r>
              <a:rPr lang="pt-BR" dirty="0"/>
              <a:t>Campos temporais (data, hora, </a:t>
            </a:r>
            <a:r>
              <a:rPr lang="pt-BR" dirty="0" err="1"/>
              <a:t>etc</a:t>
            </a:r>
            <a:r>
              <a:rPr lang="pt-BR" dirty="0"/>
              <a:t>) devem estar formatado pelo </a:t>
            </a:r>
            <a:r>
              <a:rPr lang="pt-BR" dirty="0" err="1"/>
              <a:t>excel</a:t>
            </a:r>
            <a:r>
              <a:rPr lang="pt-BR" dirty="0"/>
              <a:t>.</a:t>
            </a:r>
          </a:p>
          <a:p>
            <a:r>
              <a:rPr lang="pt-BR" dirty="0"/>
              <a:t>Regiões</a:t>
            </a:r>
          </a:p>
          <a:p>
            <a:pPr lvl="1"/>
            <a:r>
              <a:rPr lang="pt-BR" dirty="0"/>
              <a:t>Reconhecimento nativo do Excel</a:t>
            </a:r>
          </a:p>
          <a:p>
            <a:pPr lvl="1"/>
            <a:r>
              <a:rPr lang="pt-BR" dirty="0"/>
              <a:t>Fornecimento de regiões especificas através de “</a:t>
            </a:r>
            <a:r>
              <a:rPr lang="pt-BR" dirty="0" err="1"/>
              <a:t>Shapefiles</a:t>
            </a:r>
            <a:r>
              <a:rPr lang="pt-BR" dirty="0"/>
              <a:t>”</a:t>
            </a:r>
            <a:endParaRPr lang="en-US" dirty="0"/>
          </a:p>
        </p:txBody>
      </p:sp>
      <p:pic>
        <p:nvPicPr>
          <p:cNvPr id="1028" name="Picture 4" descr="Image result for panel data example">
            <a:extLst>
              <a:ext uri="{FF2B5EF4-FFF2-40B4-BE49-F238E27FC236}">
                <a16:creationId xmlns:a16="http://schemas.microsoft.com/office/drawing/2014/main" id="{3CBF22DC-5101-43C6-B4EE-6FB131C250E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2824956"/>
            <a:ext cx="4419600" cy="2352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740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8F0A5D23-97D5-4512-A09E-94B862F8C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FAF5EA14-7332-4187-A39A-E4029A7A4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Exercício 1</a:t>
            </a:r>
          </a:p>
          <a:p>
            <a:endParaRPr lang="pt-BR" dirty="0"/>
          </a:p>
          <a:p>
            <a:r>
              <a:rPr lang="pt-BR" dirty="0"/>
              <a:t>Exercício 2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459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1C19AB-C7F2-46D3-B006-3993A65CB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Shapefile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0EA10E-4D3D-4650-A5AC-2D6B6FBE2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</a:t>
            </a:r>
            <a:r>
              <a:rPr lang="pt-BR" dirty="0" err="1"/>
              <a:t>shapefile</a:t>
            </a:r>
            <a:r>
              <a:rPr lang="pt-BR" dirty="0"/>
              <a:t> é um arquivo de dados vetoriais </a:t>
            </a:r>
            <a:r>
              <a:rPr lang="pt-BR" dirty="0" err="1"/>
              <a:t>geoespaciais</a:t>
            </a:r>
            <a:r>
              <a:rPr lang="pt-BR" dirty="0"/>
              <a:t> para o software do sistema de informação geográfica (GIS).</a:t>
            </a:r>
          </a:p>
          <a:p>
            <a:r>
              <a:rPr lang="pt-BR" dirty="0"/>
              <a:t>É desenvolvido e regulado pela ESRI (Environmental Systems </a:t>
            </a:r>
            <a:r>
              <a:rPr lang="pt-BR" dirty="0" err="1"/>
              <a:t>Research</a:t>
            </a:r>
            <a:r>
              <a:rPr lang="pt-BR" dirty="0"/>
              <a:t> </a:t>
            </a:r>
            <a:r>
              <a:rPr lang="pt-BR" dirty="0" err="1"/>
              <a:t>Institute</a:t>
            </a:r>
            <a:r>
              <a:rPr lang="pt-BR" dirty="0"/>
              <a:t>) como uma especificação aberta para transmissão de dados entre a ESRI e outros produtos de software GIS.</a:t>
            </a:r>
          </a:p>
          <a:p>
            <a:r>
              <a:rPr lang="pt-BR" dirty="0"/>
              <a:t>O formato </a:t>
            </a:r>
            <a:r>
              <a:rPr lang="pt-BR" dirty="0" err="1"/>
              <a:t>shapefile</a:t>
            </a:r>
            <a:r>
              <a:rPr lang="pt-BR" dirty="0"/>
              <a:t> pode descrever espacialmente características vetoriais: pontos, linhas e polígonos, representando, por exemplo, poços de água, rios e lagos.</a:t>
            </a:r>
          </a:p>
          <a:p>
            <a:r>
              <a:rPr lang="pt-BR" dirty="0"/>
              <a:t>Cada item no arquivo geralmente possui atributos que o descrevem, como nome, temperatura, </a:t>
            </a:r>
            <a:r>
              <a:rPr lang="pt-BR" dirty="0" err="1"/>
              <a:t>pib</a:t>
            </a:r>
            <a:r>
              <a:rPr lang="pt-BR" dirty="0"/>
              <a:t>, etc.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03C2DF2-D822-4B41-B782-8E1E9E45D4B5}"/>
              </a:ext>
            </a:extLst>
          </p:cNvPr>
          <p:cNvSpPr/>
          <p:nvPr/>
        </p:nvSpPr>
        <p:spPr>
          <a:xfrm>
            <a:off x="838200" y="6176963"/>
            <a:ext cx="71323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/>
              <a:t>Fonte: Wikipedia – Disponivel em: https://en.wikipedia.org/wiki/Shapefile</a:t>
            </a:r>
          </a:p>
        </p:txBody>
      </p:sp>
    </p:spTree>
    <p:extLst>
      <p:ext uri="{BB962C8B-B14F-4D97-AF65-F5344CB8AC3E}">
        <p14:creationId xmlns:p14="http://schemas.microsoft.com/office/powerpoint/2010/main" val="2090639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06B4E1-4BF7-4CB7-A87A-4B65B3FC0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Shapefile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22F874-2D54-4610-81C9-560CCF1D9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 err="1"/>
              <a:t>Shapefiles</a:t>
            </a:r>
            <a:r>
              <a:rPr lang="pt-BR" dirty="0"/>
              <a:t> do Brasil</a:t>
            </a:r>
          </a:p>
          <a:p>
            <a:pPr lvl="1"/>
            <a:r>
              <a:rPr lang="pt-BR" dirty="0"/>
              <a:t>IBGE</a:t>
            </a:r>
          </a:p>
          <a:p>
            <a:pPr lvl="1"/>
            <a:r>
              <a:rPr lang="pt-BR" dirty="0"/>
              <a:t>http://mapas.ibge.gov.br/bases-e-referenciais/bases-cartograficas/malhas-digitais.html</a:t>
            </a:r>
          </a:p>
          <a:p>
            <a:endParaRPr lang="pt-BR" dirty="0"/>
          </a:p>
          <a:p>
            <a:r>
              <a:rPr lang="pt-BR" dirty="0"/>
              <a:t>Informações no </a:t>
            </a:r>
            <a:r>
              <a:rPr lang="pt-BR" dirty="0" err="1"/>
              <a:t>Shapefile</a:t>
            </a:r>
            <a:endParaRPr lang="pt-BR" dirty="0"/>
          </a:p>
          <a:p>
            <a:pPr lvl="1"/>
            <a:r>
              <a:rPr lang="pt-BR" dirty="0"/>
              <a:t>Procurar o arquivo *.</a:t>
            </a:r>
            <a:r>
              <a:rPr lang="pt-BR" dirty="0" err="1"/>
              <a:t>dbf</a:t>
            </a:r>
            <a:endParaRPr lang="pt-BR" dirty="0"/>
          </a:p>
          <a:p>
            <a:pPr lvl="1"/>
            <a:r>
              <a:rPr lang="pt-BR" dirty="0"/>
              <a:t>Abrir o arquivo no Excel</a:t>
            </a:r>
          </a:p>
          <a:p>
            <a:endParaRPr lang="pt-BR" dirty="0"/>
          </a:p>
          <a:p>
            <a:r>
              <a:rPr lang="pt-BR" dirty="0"/>
              <a:t>Edição e alteração do </a:t>
            </a:r>
            <a:r>
              <a:rPr lang="pt-BR" dirty="0" err="1"/>
              <a:t>Shapefile</a:t>
            </a:r>
            <a:endParaRPr lang="pt-BR" dirty="0"/>
          </a:p>
          <a:p>
            <a:pPr lvl="1"/>
            <a:r>
              <a:rPr lang="pt-BR" dirty="0"/>
              <a:t>QGIS – Open </a:t>
            </a:r>
            <a:r>
              <a:rPr lang="pt-BR" dirty="0" err="1"/>
              <a:t>Source</a:t>
            </a:r>
            <a:endParaRPr lang="pt-BR" dirty="0"/>
          </a:p>
          <a:p>
            <a:pPr lvl="1"/>
            <a:r>
              <a:rPr lang="en-US" dirty="0">
                <a:hlinkClick r:id="rId2"/>
              </a:rPr>
              <a:t>http://www.qgis.org/en/site/</a:t>
            </a:r>
            <a:endParaRPr lang="en-US" dirty="0"/>
          </a:p>
          <a:p>
            <a:pPr lvl="1"/>
            <a:r>
              <a:rPr lang="en-US" dirty="0">
                <a:hlinkClick r:id="rId3"/>
              </a:rPr>
              <a:t>http://www.qgistutorials.com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9234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258</Words>
  <Application>Microsoft Office PowerPoint</Application>
  <PresentationFormat>Widescreen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do Office</vt:lpstr>
      <vt:lpstr>Apresentação do PowerPoint</vt:lpstr>
      <vt:lpstr>Roadmap</vt:lpstr>
      <vt:lpstr>Excel – Mapas 3D</vt:lpstr>
      <vt:lpstr>Apresentação do PowerPoint</vt:lpstr>
      <vt:lpstr>Apresentação do PowerPoint</vt:lpstr>
      <vt:lpstr>Shapefile</vt:lpstr>
      <vt:lpstr>Shapefile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Bruno Tebaldi</dc:creator>
  <cp:lastModifiedBy>Bruno Tebaldi</cp:lastModifiedBy>
  <cp:revision>8</cp:revision>
  <dcterms:created xsi:type="dcterms:W3CDTF">2017-09-06T13:49:16Z</dcterms:created>
  <dcterms:modified xsi:type="dcterms:W3CDTF">2017-09-06T18:52:20Z</dcterms:modified>
</cp:coreProperties>
</file>